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291840" cy="329184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ADOPTION KPI FRAMEWORK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Cross-Team Scorecard for Liquid Alternatives Operations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82296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Working Session  ·  Project Management, Business Analysis, Application Management, QA,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Measure This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governing principle, applied consistently across every team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adoption metric is paired with a quality metric.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percentages alone are vanity metrics — we only trust a number if we can also see what it did to accuracy, defects, or cycle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31729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First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pre-AI cycle time, defect rate, or throughput before rollout — not after. No baseline, no credible delta.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32004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31729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 KPIs per Team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388620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that and nobody tracks any of them consistently. Depth over breadth.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32004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61120" y="31729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Centrally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388620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compliance, audit trail, and spend are tracked once, across all teams — not duplicated per team.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KPI Framework  |  Liquid Alternatives Operations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Managers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9418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forecasting, and risk visibility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562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/ USAGE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6177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eligible work items using AI-assisted estimation / planning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 use of AI planning tooling across the PM pool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562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/ QUALITY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6177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delta vs. historical baseline (2–3 sprint rolling)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reduction on sprint reporting / status decks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 lead time — earlier flagging vs. manual process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KPI Framework  |  Liquid Alternatives Operations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Business Analysts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9418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quality and documentation velocity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562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/ USAGE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6177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/ BRDs drafted with AI assistance vs. baseline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Time-to-first-draft for BRDs, use cases, acceptance criteria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562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/ QUALITY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6177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defect / rework rate on AI-assisted stories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review cycles reduced per document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coverage — AI-assisted impact analysis across services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KPI Framework  |  Liquid Alternatives Operations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Managers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9418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and estate visibility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562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/ USAGE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6177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production incidents using AI-assisted triage / RCA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&amp; release documentation generated or reviewed via AI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562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/ QUALITY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6177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delta: AI-assisted vs. non-AI-assisted incidents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/ dependency risk visibility across the estate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deflection via AI-assisted knowledge base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KPI Framework  |  Liquid Alternatives Operations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Managers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9418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and trust in AI-assisted testing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562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/ USAGE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6177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test cases authored or augmented via AI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suite maintenance time reduction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562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/ QUALITY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6177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escape rate — AI-assisted vs. manual test suites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ratio: issues caught earlier in the SDLC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/ negative rate on AI-assisted analysis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KPI Framework  |  Liquid Alternatives Operations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Team Manager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9418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delivery speed without trading away quality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562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/ USAGE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6177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PRs / commits with AI-assisted generation or review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Developer-reported time saved (sanity-checked quarterly)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562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/ QUALITY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6177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Post-merge defect rate — AI-assisted vs. baseline PRs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cycle time / time-to-merge delta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ramp-up time using AI-assisted scaffolding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KPI Framework  |  Liquid Alternatives Operations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Governance KPIs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9418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centrally — not duplicated per team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013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Compliance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AI-assisted outputs that went through mandated review before use — critical for NAV, client-facing, and audit-relevant artifacts.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8013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 Completeness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24028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reconstruct what was AI-generated vs. human-authored, for any given artifact, on demand.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873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per Use Case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token / API spend vs. projected, tracked against the original 23-use-case catalogue's ROI estimates.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886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40873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Curve by Team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452628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weekly / monthly active-user metric per tool, to catch stalled rollouts early.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KPI Framework  |  Liquid Alternatives Operations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Cadence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Quick Wins / Strategic Priorities tiering from the use-case catalogue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2996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29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4–8 week review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4617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KPI checkpoint at 4 weeks, full review at 8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adoption ramp — are teams actually using it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visible movement in cycle time / throughput early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02996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29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PRIORITIES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5146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review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154680"/>
            <a:ext cx="4617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in month 1, first real read at end of quarter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outcome quality — defect rate, forecast accuracy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curve expected; don't judge on month-1 numbers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KPI Framework  |  Liquid Alternatives Operations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280160"/>
            <a:ext cx="82296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owner picks their 3–4 KPIs from this deck by end of week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8346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without a pre-AI baseline capture it before rollout continues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70332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function (this group) owns the four governance KPIs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5720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checkpoint: Quick Wins at week 4, full scorecard review at week 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KPI Framework  |  Liquid Alternatives Operations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2026-08-11T05:49:08Z</dcterms:created>
  <dcterms:modified xsi:type="dcterms:W3CDTF">2026-08-11T05:49:08Z</dcterms:modified>
</cp:coreProperties>
</file>