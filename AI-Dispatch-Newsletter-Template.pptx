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TO USE THIS TEMPLATE (per issue):
1. Duplicate this slide (or the file) for each new issue and update ISSUE # and the date in the header bar.
2. Replace every [bracketed] placeholder with real content. Keep body copy roughly the same length so nothing overflows.
3. Image placeholders (dark green boxes): right-click &gt; Change Picture, or delete the box and insert your image at the same size.
4. QR placeholders: replace the QR icon with a real QR code image (same square).
5. Buttons (READ MORE / LEARN MORE / COPY PROMPT): select the pill and use Insert &gt; Link to attach the URL.
6. Starburst callouts are optional flair — edit the text or delete them if a section doesn't need one.
7. To publish: File &gt; Export &gt; PDF, or Save As PNG for posting in Teams/Slack/email.
Palette: bright green 7AB929, dark green 1C5C2E, cream EFF5E2, yellow FFD23F, black 111111.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8.png"/><Relationship Id="rId10" Type="http://schemas.openxmlformats.org/officeDocument/2006/relationships/image" Target="../media/image-1-8.png"/><Relationship Id="rId11" Type="http://schemas.openxmlformats.org/officeDocument/2006/relationships/image" Target="../media/image-1-5.png"/><Relationship Id="rId12" Type="http://schemas.openxmlformats.org/officeDocument/2006/relationships/image" Target="../media/image-1-6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6.png"/><Relationship Id="rId19" Type="http://schemas.openxmlformats.org/officeDocument/2006/relationships/image" Target="../media/image-1-6.png"/><Relationship Id="rId20" Type="http://schemas.openxmlformats.org/officeDocument/2006/relationships/image" Target="../media/image-1-6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17.pn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16.png"/><Relationship Id="rId28" Type="http://schemas.openxmlformats.org/officeDocument/2006/relationships/slideLayout" Target="../slideLayouts/slideLayout1.xml"/><Relationship Id="rId29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AB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01168"/>
            <a:ext cx="13258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274320" y="201168"/>
            <a:ext cx="1325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850" dirty="0"/>
          </a:p>
        </p:txBody>
      </p:sp>
      <p:pic>
        <p:nvPicPr>
          <p:cNvPr id="4" name="Image 0" descr="icons/masthead_bang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36576"/>
            <a:ext cx="3191256" cy="80467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783080" y="859536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783080" y="85953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5-MINUTE GUIDE TO WHAT'S HAPPENING IN </a:t>
            </a:r>
            <a:pPr algn="ctr" indent="0" marL="0">
              <a:buNone/>
            </a:pPr>
            <a:r>
              <a:rPr lang="en-US" sz="800" b="1" spc="50" kern="0" dirty="0">
                <a:solidFill>
                  <a:srgbClr val="7AB9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0" y="137160"/>
            <a:ext cx="137160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559552" y="164592"/>
            <a:ext cx="1243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BYTE SAYS…
</a:t>
            </a:r>
            <a:pPr algn="l" indent="0" marL="0">
              <a:buNone/>
            </a:pPr>
            <a:r>
              <a:rPr lang="en-US" sz="7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what happened in AI this week!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6931152" y="201168"/>
            <a:ext cx="475488" cy="47548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0" name="Image 1" descr="icons/robot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2" y="292608"/>
            <a:ext cx="292608" cy="292608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83480" y="950976"/>
            <a:ext cx="233172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2" name="Image 2" descr="icons/cal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352" y="1024128"/>
            <a:ext cx="182880" cy="1828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21808" y="9509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#01   |   DD MONTH 2026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28600" y="1481328"/>
            <a:ext cx="7104888" cy="222199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 rot="-360000">
            <a:off x="91440" y="1280160"/>
            <a:ext cx="1417320" cy="658368"/>
          </a:xfrm>
          <a:prstGeom prst="star12">
            <a:avLst/>
          </a:prstGeom>
          <a:solidFill>
            <a:srgbClr val="111111"/>
          </a:solidFill>
          <a:ln w="22225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STORY!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02920" y="169164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40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[YOUR TOP STORY HEADLINE — MAKE IT PUNCHY!]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02920" y="22860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Summarise the story in three or four skimmable sentences: what was announced, what's new about it, and what your readers can now do with it. Keep the language plain and the energy high.</a:t>
            </a:r>
            <a:endParaRPr lang="en-US" sz="800" dirty="0"/>
          </a:p>
        </p:txBody>
      </p:sp>
      <p:sp>
        <p:nvSpPr>
          <p:cNvPr id="18" name="Shape 13"/>
          <p:cNvSpPr/>
          <p:nvPr/>
        </p:nvSpPr>
        <p:spPr>
          <a:xfrm>
            <a:off x="502920" y="2962656"/>
            <a:ext cx="3520440" cy="402336"/>
          </a:xfrm>
          <a:prstGeom prst="roundRect">
            <a:avLst>
              <a:gd name="adj" fmla="val 13636"/>
            </a:avLst>
          </a:prstGeom>
          <a:solidFill>
            <a:srgbClr val="EFF5E2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9" name="Image 3" descr="icons/star_bla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" y="3072384"/>
            <a:ext cx="173736" cy="1737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2962656"/>
            <a:ext cx="31455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 </a:t>
            </a:r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 on why readers should care.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502920" y="3419856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2" name="Image 4" descr="icons/lin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488436"/>
            <a:ext cx="137160" cy="1371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" y="3419856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800" dirty="0"/>
          </a:p>
        </p:txBody>
      </p:sp>
      <p:sp>
        <p:nvSpPr>
          <p:cNvPr id="24" name="Shape 17"/>
          <p:cNvSpPr/>
          <p:nvPr/>
        </p:nvSpPr>
        <p:spPr>
          <a:xfrm>
            <a:off x="4224528" y="1691640"/>
            <a:ext cx="2907792" cy="1737360"/>
          </a:xfrm>
          <a:prstGeom prst="roundRect">
            <a:avLst>
              <a:gd name="adj" fmla="val 4211"/>
            </a:avLst>
          </a:prstGeom>
          <a:solidFill>
            <a:srgbClr val="143D1F"/>
          </a:solidFill>
          <a:ln w="25400">
            <a:solidFill>
              <a:srgbClr val="111111"/>
            </a:solidFill>
            <a:prstDash val="solid"/>
          </a:ln>
        </p:spPr>
      </p:sp>
      <p:pic>
        <p:nvPicPr>
          <p:cNvPr id="25" name="Image 5" descr="icons/image_ligh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9824" y="2148840"/>
            <a:ext cx="457200" cy="4572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315968" y="2697480"/>
            <a:ext cx="2724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6E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YOUR STORY IMAGE HERE</a:t>
            </a:r>
            <a:endParaRPr lang="en-US" sz="850" dirty="0"/>
          </a:p>
        </p:txBody>
      </p:sp>
      <p:sp>
        <p:nvSpPr>
          <p:cNvPr id="27" name="Text 19"/>
          <p:cNvSpPr/>
          <p:nvPr/>
        </p:nvSpPr>
        <p:spPr>
          <a:xfrm rot="480000">
            <a:off x="6355080" y="3127248"/>
            <a:ext cx="1005840" cy="685800"/>
          </a:xfrm>
          <a:prstGeom prst="star12">
            <a:avLst/>
          </a:prstGeom>
          <a:solidFill>
            <a:srgbClr val="FFD23F"/>
          </a:solidFill>
          <a:ln w="22225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[CALLOUT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TEXT!]</a:t>
            </a:r>
            <a:endParaRPr lang="en-US" sz="700" dirty="0"/>
          </a:p>
        </p:txBody>
      </p:sp>
      <p:sp>
        <p:nvSpPr>
          <p:cNvPr id="28" name="Shape 20"/>
          <p:cNvSpPr/>
          <p:nvPr/>
        </p:nvSpPr>
        <p:spPr>
          <a:xfrm>
            <a:off x="228600" y="3813048"/>
            <a:ext cx="3456432" cy="2057400"/>
          </a:xfrm>
          <a:prstGeom prst="roundRect">
            <a:avLst>
              <a:gd name="adj" fmla="val 4000"/>
            </a:avLst>
          </a:prstGeom>
          <a:solidFill>
            <a:srgbClr val="EFF5E2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365760" y="3675888"/>
            <a:ext cx="196596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0" name="Image 6" descr="icons/robot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" y="3749040"/>
            <a:ext cx="201168" cy="20116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13232" y="3675888"/>
            <a:ext cx="15819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OF THE WEEK!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 rot="480000">
            <a:off x="2971800" y="3639312"/>
            <a:ext cx="777240" cy="548640"/>
          </a:xfrm>
          <a:prstGeom prst="star12">
            <a:avLst/>
          </a:prstGeom>
          <a:solidFill>
            <a:srgbClr val="FFD23F"/>
          </a:solidFill>
          <a:ln w="22225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WOW!</a:t>
            </a:r>
            <a:endParaRPr lang="en-US" sz="900" dirty="0"/>
          </a:p>
        </p:txBody>
      </p:sp>
      <p:sp>
        <p:nvSpPr>
          <p:cNvPr id="33" name="Text 24"/>
          <p:cNvSpPr/>
          <p:nvPr/>
        </p:nvSpPr>
        <p:spPr>
          <a:xfrm>
            <a:off x="411480" y="413308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[Tool Name]</a:t>
            </a:r>
            <a:endParaRPr lang="en-US" sz="1500" dirty="0"/>
          </a:p>
        </p:txBody>
      </p:sp>
      <p:sp>
        <p:nvSpPr>
          <p:cNvPr id="34" name="Text 25"/>
          <p:cNvSpPr/>
          <p:nvPr/>
        </p:nvSpPr>
        <p:spPr>
          <a:xfrm>
            <a:off x="411480" y="4462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on what this tool does and who it helps.</a:t>
            </a:r>
            <a:endParaRPr lang="en-US" sz="800" dirty="0"/>
          </a:p>
        </p:txBody>
      </p:sp>
      <p:pic>
        <p:nvPicPr>
          <p:cNvPr id="35" name="Image 7" descr="icons/check_da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912" y="4846320"/>
            <a:ext cx="146304" cy="14630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40080" y="48280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or feature one]</a:t>
            </a:r>
            <a:endParaRPr lang="en-US" sz="800" dirty="0"/>
          </a:p>
        </p:txBody>
      </p:sp>
      <p:pic>
        <p:nvPicPr>
          <p:cNvPr id="37" name="Image 8" descr="icons/check_dar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912" y="5093208"/>
            <a:ext cx="146304" cy="146304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640080" y="507492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or feature two]</a:t>
            </a:r>
            <a:endParaRPr lang="en-US" sz="800" dirty="0"/>
          </a:p>
        </p:txBody>
      </p:sp>
      <p:pic>
        <p:nvPicPr>
          <p:cNvPr id="39" name="Image 9" descr="icons/check_dar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912" y="534009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40080" y="53218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[Benefit or feature three]</a:t>
            </a:r>
            <a:endParaRPr lang="en-US" sz="800" dirty="0"/>
          </a:p>
        </p:txBody>
      </p:sp>
      <p:sp>
        <p:nvSpPr>
          <p:cNvPr id="41" name="Shape 29"/>
          <p:cNvSpPr/>
          <p:nvPr/>
        </p:nvSpPr>
        <p:spPr>
          <a:xfrm>
            <a:off x="411480" y="5504688"/>
            <a:ext cx="1234440" cy="274320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42" name="Image 10" descr="icons/link_white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920" y="5573268"/>
            <a:ext cx="137160" cy="13716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667512" y="550468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MORE</a:t>
            </a:r>
            <a:endParaRPr lang="en-US" sz="800" dirty="0"/>
          </a:p>
        </p:txBody>
      </p:sp>
      <p:sp>
        <p:nvSpPr>
          <p:cNvPr id="44" name="Shape 31"/>
          <p:cNvSpPr/>
          <p:nvPr/>
        </p:nvSpPr>
        <p:spPr>
          <a:xfrm>
            <a:off x="2286000" y="4828032"/>
            <a:ext cx="1280160" cy="896112"/>
          </a:xfrm>
          <a:prstGeom prst="roundRect">
            <a:avLst>
              <a:gd name="adj" fmla="val 6122"/>
            </a:avLst>
          </a:prstGeom>
          <a:solidFill>
            <a:srgbClr val="143D1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5" name="Image 11" descr="icons/image_light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8064" y="5010912"/>
            <a:ext cx="256032" cy="256032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2286000" y="53218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6E8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</a:t>
            </a:r>
            <a:endParaRPr lang="en-US" sz="650" dirty="0"/>
          </a:p>
        </p:txBody>
      </p:sp>
      <p:sp>
        <p:nvSpPr>
          <p:cNvPr id="47" name="Shape 33"/>
          <p:cNvSpPr/>
          <p:nvPr/>
        </p:nvSpPr>
        <p:spPr>
          <a:xfrm>
            <a:off x="3877056" y="3813048"/>
            <a:ext cx="3456432" cy="2057400"/>
          </a:xfrm>
          <a:prstGeom prst="roundRect">
            <a:avLst>
              <a:gd name="adj" fmla="val 4000"/>
            </a:avLst>
          </a:prstGeom>
          <a:solidFill>
            <a:srgbClr val="EFF5E2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48" name="Shape 34"/>
          <p:cNvSpPr/>
          <p:nvPr/>
        </p:nvSpPr>
        <p:spPr>
          <a:xfrm>
            <a:off x="4014216" y="3675888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49" name="Image 12" descr="icons/bulb_whit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23944" y="3749040"/>
            <a:ext cx="201168" cy="201168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4361688" y="3675888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OF THE WEEK!</a:t>
            </a:r>
            <a:endParaRPr lang="en-US" sz="1050" dirty="0"/>
          </a:p>
        </p:txBody>
      </p:sp>
      <p:sp>
        <p:nvSpPr>
          <p:cNvPr id="51" name="Text 36"/>
          <p:cNvSpPr/>
          <p:nvPr/>
        </p:nvSpPr>
        <p:spPr>
          <a:xfrm rot="-480000">
            <a:off x="6601968" y="3639312"/>
            <a:ext cx="777240" cy="548640"/>
          </a:xfrm>
          <a:prstGeom prst="star12">
            <a:avLst/>
          </a:prstGeom>
          <a:solidFill>
            <a:srgbClr val="FFD23F"/>
          </a:solidFill>
          <a:ln w="22225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THIS!</a:t>
            </a:r>
            <a:endParaRPr lang="en-US" sz="800" dirty="0"/>
          </a:p>
        </p:txBody>
      </p:sp>
      <p:sp>
        <p:nvSpPr>
          <p:cNvPr id="52" name="Text 37"/>
          <p:cNvSpPr/>
          <p:nvPr/>
        </p:nvSpPr>
        <p:spPr>
          <a:xfrm>
            <a:off x="4059936" y="413308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COPY. PASTE. POWER UP!</a:t>
            </a:r>
            <a:endParaRPr lang="en-US" sz="950" dirty="0"/>
          </a:p>
        </p:txBody>
      </p:sp>
      <p:sp>
        <p:nvSpPr>
          <p:cNvPr id="53" name="Shape 38"/>
          <p:cNvSpPr/>
          <p:nvPr/>
        </p:nvSpPr>
        <p:spPr>
          <a:xfrm>
            <a:off x="4059936" y="4425696"/>
            <a:ext cx="3108960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54" name="Image 13" descr="icons/quote_dark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9664" y="4535424"/>
            <a:ext cx="182880" cy="182880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4425696" y="4498848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i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as an expert [role]. Using the following [input], produce a [deliverable] that includes [key elements], [constraints] and [format].</a:t>
            </a:r>
            <a:endParaRPr lang="en-US" sz="800" dirty="0"/>
          </a:p>
        </p:txBody>
      </p:sp>
      <p:sp>
        <p:nvSpPr>
          <p:cNvPr id="56" name="Shape 40"/>
          <p:cNvSpPr/>
          <p:nvPr/>
        </p:nvSpPr>
        <p:spPr>
          <a:xfrm>
            <a:off x="4059936" y="5504688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57" name="Image 14" descr="icons/copy_whit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51376" y="5573268"/>
            <a:ext cx="137160" cy="137160"/>
          </a:xfrm>
          <a:prstGeom prst="rect">
            <a:avLst/>
          </a:prstGeom>
        </p:spPr>
      </p:pic>
      <p:sp>
        <p:nvSpPr>
          <p:cNvPr id="58" name="Text 41"/>
          <p:cNvSpPr/>
          <p:nvPr/>
        </p:nvSpPr>
        <p:spPr>
          <a:xfrm>
            <a:off x="4315968" y="5504688"/>
            <a:ext cx="1033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PROMPT</a:t>
            </a:r>
            <a:endParaRPr lang="en-US" sz="800" dirty="0"/>
          </a:p>
        </p:txBody>
      </p:sp>
      <p:sp>
        <p:nvSpPr>
          <p:cNvPr id="59" name="Text 42"/>
          <p:cNvSpPr/>
          <p:nvPr/>
        </p:nvSpPr>
        <p:spPr>
          <a:xfrm>
            <a:off x="5468112" y="5468112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FOR MORE</a:t>
            </a:r>
            <a:endParaRPr lang="en-US" sz="650" dirty="0"/>
          </a:p>
          <a:p>
            <a:pPr algn="r"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PROMPTS →</a:t>
            </a:r>
            <a:endParaRPr lang="en-US" sz="650" dirty="0"/>
          </a:p>
        </p:txBody>
      </p:sp>
      <p:sp>
        <p:nvSpPr>
          <p:cNvPr id="60" name="Shape 43"/>
          <p:cNvSpPr/>
          <p:nvPr/>
        </p:nvSpPr>
        <p:spPr>
          <a:xfrm>
            <a:off x="6583680" y="5431536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61" name="Image 15" descr="icons/qr_black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47688" y="5495544"/>
            <a:ext cx="274320" cy="274320"/>
          </a:xfrm>
          <a:prstGeom prst="rect">
            <a:avLst/>
          </a:prstGeom>
        </p:spPr>
      </p:pic>
      <p:sp>
        <p:nvSpPr>
          <p:cNvPr id="62" name="Shape 44"/>
          <p:cNvSpPr/>
          <p:nvPr/>
        </p:nvSpPr>
        <p:spPr>
          <a:xfrm>
            <a:off x="228600" y="5980176"/>
            <a:ext cx="710488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63" name="Shape 45"/>
          <p:cNvSpPr/>
          <p:nvPr/>
        </p:nvSpPr>
        <p:spPr>
          <a:xfrm>
            <a:off x="365760" y="5843016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64" name="Image 16" descr="icons/bolt_white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75488" y="5916168"/>
            <a:ext cx="201168" cy="201168"/>
          </a:xfrm>
          <a:prstGeom prst="rect">
            <a:avLst/>
          </a:prstGeom>
        </p:spPr>
      </p:pic>
      <p:sp>
        <p:nvSpPr>
          <p:cNvPr id="65" name="Text 46"/>
          <p:cNvSpPr/>
          <p:nvPr/>
        </p:nvSpPr>
        <p:spPr>
          <a:xfrm>
            <a:off x="713232" y="5843016"/>
            <a:ext cx="17647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NEWS IN 60 SECONDS</a:t>
            </a:r>
            <a:endParaRPr lang="en-US" sz="1050" dirty="0"/>
          </a:p>
        </p:txBody>
      </p:sp>
      <p:sp>
        <p:nvSpPr>
          <p:cNvPr id="66" name="Shape 47"/>
          <p:cNvSpPr/>
          <p:nvPr/>
        </p:nvSpPr>
        <p:spPr>
          <a:xfrm>
            <a:off x="457200" y="6382512"/>
            <a:ext cx="384048" cy="384048"/>
          </a:xfrm>
          <a:prstGeom prst="ellipse">
            <a:avLst/>
          </a:prstGeom>
          <a:solidFill>
            <a:srgbClr val="EFF5E2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67" name="Image 17" descr="icons/image_light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57784" y="6483096"/>
            <a:ext cx="182880" cy="182880"/>
          </a:xfrm>
          <a:prstGeom prst="rect">
            <a:avLst/>
          </a:prstGeom>
        </p:spPr>
      </p:pic>
      <p:sp>
        <p:nvSpPr>
          <p:cNvPr id="68" name="Text 48"/>
          <p:cNvSpPr/>
          <p:nvPr/>
        </p:nvSpPr>
        <p:spPr>
          <a:xfrm>
            <a:off x="932688" y="63642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[News headline #1]</a:t>
            </a:r>
            <a:endParaRPr lang="en-US" sz="850" dirty="0"/>
          </a:p>
        </p:txBody>
      </p:sp>
      <p:sp>
        <p:nvSpPr>
          <p:cNvPr id="69" name="Text 49"/>
          <p:cNvSpPr/>
          <p:nvPr/>
        </p:nvSpPr>
        <p:spPr>
          <a:xfrm>
            <a:off x="457200" y="6803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summarising the story and why your readers should care about it.</a:t>
            </a:r>
            <a:endParaRPr lang="en-US" sz="750" dirty="0"/>
          </a:p>
        </p:txBody>
      </p:sp>
      <p:sp>
        <p:nvSpPr>
          <p:cNvPr id="70" name="Text 50"/>
          <p:cNvSpPr/>
          <p:nvPr/>
        </p:nvSpPr>
        <p:spPr>
          <a:xfrm>
            <a:off x="457200" y="7187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u="sng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50" dirty="0"/>
          </a:p>
        </p:txBody>
      </p:sp>
      <p:sp>
        <p:nvSpPr>
          <p:cNvPr id="71" name="Shape 51"/>
          <p:cNvSpPr/>
          <p:nvPr/>
        </p:nvSpPr>
        <p:spPr>
          <a:xfrm>
            <a:off x="2761488" y="6382512"/>
            <a:ext cx="384048" cy="384048"/>
          </a:xfrm>
          <a:prstGeom prst="ellipse">
            <a:avLst/>
          </a:prstGeom>
          <a:solidFill>
            <a:srgbClr val="EFF5E2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72" name="Image 18" descr="icons/image_light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2862072" y="6483096"/>
            <a:ext cx="182880" cy="182880"/>
          </a:xfrm>
          <a:prstGeom prst="rect">
            <a:avLst/>
          </a:prstGeom>
        </p:spPr>
      </p:pic>
      <p:sp>
        <p:nvSpPr>
          <p:cNvPr id="73" name="Text 52"/>
          <p:cNvSpPr/>
          <p:nvPr/>
        </p:nvSpPr>
        <p:spPr>
          <a:xfrm>
            <a:off x="3236976" y="63642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[News headline #2]</a:t>
            </a:r>
            <a:endParaRPr lang="en-US" sz="850" dirty="0"/>
          </a:p>
        </p:txBody>
      </p:sp>
      <p:sp>
        <p:nvSpPr>
          <p:cNvPr id="74" name="Text 53"/>
          <p:cNvSpPr/>
          <p:nvPr/>
        </p:nvSpPr>
        <p:spPr>
          <a:xfrm>
            <a:off x="2761488" y="6803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summarising the story and why your readers should care about it.</a:t>
            </a:r>
            <a:endParaRPr lang="en-US" sz="750" dirty="0"/>
          </a:p>
        </p:txBody>
      </p:sp>
      <p:sp>
        <p:nvSpPr>
          <p:cNvPr id="75" name="Text 54"/>
          <p:cNvSpPr/>
          <p:nvPr/>
        </p:nvSpPr>
        <p:spPr>
          <a:xfrm>
            <a:off x="2761488" y="7187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u="sng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50" dirty="0"/>
          </a:p>
        </p:txBody>
      </p:sp>
      <p:sp>
        <p:nvSpPr>
          <p:cNvPr id="76" name="Shape 55"/>
          <p:cNvSpPr/>
          <p:nvPr/>
        </p:nvSpPr>
        <p:spPr>
          <a:xfrm>
            <a:off x="5065776" y="6382512"/>
            <a:ext cx="384048" cy="384048"/>
          </a:xfrm>
          <a:prstGeom prst="ellipse">
            <a:avLst/>
          </a:prstGeom>
          <a:solidFill>
            <a:srgbClr val="EFF5E2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77" name="Image 19" descr="icons/image_light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166360" y="6483096"/>
            <a:ext cx="182880" cy="182880"/>
          </a:xfrm>
          <a:prstGeom prst="rect">
            <a:avLst/>
          </a:prstGeom>
        </p:spPr>
      </p:pic>
      <p:sp>
        <p:nvSpPr>
          <p:cNvPr id="78" name="Text 56"/>
          <p:cNvSpPr/>
          <p:nvPr/>
        </p:nvSpPr>
        <p:spPr>
          <a:xfrm>
            <a:off x="5541264" y="63642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[News headline #3]</a:t>
            </a:r>
            <a:endParaRPr lang="en-US" sz="850" dirty="0"/>
          </a:p>
        </p:txBody>
      </p:sp>
      <p:sp>
        <p:nvSpPr>
          <p:cNvPr id="79" name="Text 57"/>
          <p:cNvSpPr/>
          <p:nvPr/>
        </p:nvSpPr>
        <p:spPr>
          <a:xfrm>
            <a:off x="5065776" y="68031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or two sentences summarising the story and why your readers should care about it.</a:t>
            </a:r>
            <a:endParaRPr lang="en-US" sz="750" dirty="0"/>
          </a:p>
        </p:txBody>
      </p:sp>
      <p:sp>
        <p:nvSpPr>
          <p:cNvPr id="80" name="Text 58"/>
          <p:cNvSpPr/>
          <p:nvPr/>
        </p:nvSpPr>
        <p:spPr>
          <a:xfrm>
            <a:off x="5065776" y="718718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u="sng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more</a:t>
            </a:r>
            <a:endParaRPr lang="en-US" sz="750" dirty="0"/>
          </a:p>
        </p:txBody>
      </p:sp>
      <p:sp>
        <p:nvSpPr>
          <p:cNvPr id="81" name="Shape 59"/>
          <p:cNvSpPr/>
          <p:nvPr/>
        </p:nvSpPr>
        <p:spPr>
          <a:xfrm>
            <a:off x="2651760" y="6400800"/>
            <a:ext cx="0" cy="868680"/>
          </a:xfrm>
          <a:prstGeom prst="line">
            <a:avLst/>
          </a:prstGeom>
          <a:noFill/>
          <a:ln w="9525">
            <a:solidFill>
              <a:srgbClr val="BBBBBB"/>
            </a:solidFill>
            <a:prstDash val="solid"/>
          </a:ln>
        </p:spPr>
      </p:sp>
      <p:sp>
        <p:nvSpPr>
          <p:cNvPr id="82" name="Shape 60"/>
          <p:cNvSpPr/>
          <p:nvPr/>
        </p:nvSpPr>
        <p:spPr>
          <a:xfrm>
            <a:off x="4956048" y="6400800"/>
            <a:ext cx="0" cy="868680"/>
          </a:xfrm>
          <a:prstGeom prst="line">
            <a:avLst/>
          </a:prstGeom>
          <a:noFill/>
          <a:ln w="9525">
            <a:solidFill>
              <a:srgbClr val="BBBBBB"/>
            </a:solidFill>
            <a:prstDash val="solid"/>
          </a:ln>
        </p:spPr>
      </p:sp>
      <p:sp>
        <p:nvSpPr>
          <p:cNvPr id="83" name="Shape 61"/>
          <p:cNvSpPr/>
          <p:nvPr/>
        </p:nvSpPr>
        <p:spPr>
          <a:xfrm>
            <a:off x="228600" y="7461504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EFF5E2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84" name="Shape 62"/>
          <p:cNvSpPr/>
          <p:nvPr/>
        </p:nvSpPr>
        <p:spPr>
          <a:xfrm>
            <a:off x="365760" y="732434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85" name="Image 20" descr="icons/trophy_white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75488" y="7397496"/>
            <a:ext cx="201168" cy="201168"/>
          </a:xfrm>
          <a:prstGeom prst="rect">
            <a:avLst/>
          </a:prstGeom>
        </p:spPr>
      </p:pic>
      <p:sp>
        <p:nvSpPr>
          <p:cNvPr id="86" name="Text 63"/>
          <p:cNvSpPr/>
          <p:nvPr/>
        </p:nvSpPr>
        <p:spPr>
          <a:xfrm>
            <a:off x="713232" y="7324344"/>
            <a:ext cx="10789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WIN!</a:t>
            </a:r>
            <a:endParaRPr lang="en-US" sz="1050" dirty="0"/>
          </a:p>
        </p:txBody>
      </p:sp>
      <p:sp>
        <p:nvSpPr>
          <p:cNvPr id="87" name="Shape 64"/>
          <p:cNvSpPr/>
          <p:nvPr/>
        </p:nvSpPr>
        <p:spPr>
          <a:xfrm>
            <a:off x="411480" y="7790688"/>
            <a:ext cx="530352" cy="53035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88" name="Image 21" descr="icons/user_dark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39496" y="7918704"/>
            <a:ext cx="274320" cy="274320"/>
          </a:xfrm>
          <a:prstGeom prst="rect">
            <a:avLst/>
          </a:prstGeom>
        </p:spPr>
      </p:pic>
      <p:sp>
        <p:nvSpPr>
          <p:cNvPr id="89" name="Text 65"/>
          <p:cNvSpPr/>
          <p:nvPr/>
        </p:nvSpPr>
        <p:spPr>
          <a:xfrm>
            <a:off x="1051560" y="77724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work, [Name]!</a:t>
            </a:r>
            <a:endParaRPr lang="en-US" sz="1050" dirty="0"/>
          </a:p>
        </p:txBody>
      </p:sp>
      <p:sp>
        <p:nvSpPr>
          <p:cNvPr id="90" name="Text 66"/>
          <p:cNvSpPr/>
          <p:nvPr/>
        </p:nvSpPr>
        <p:spPr>
          <a:xfrm>
            <a:off x="1051560" y="801014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what they did with AI and the concrete result it delivered for the team.</a:t>
            </a:r>
            <a:endParaRPr lang="en-US" sz="750" dirty="0"/>
          </a:p>
        </p:txBody>
      </p:sp>
      <p:sp>
        <p:nvSpPr>
          <p:cNvPr id="91" name="Shape 67"/>
          <p:cNvSpPr/>
          <p:nvPr/>
        </p:nvSpPr>
        <p:spPr>
          <a:xfrm>
            <a:off x="411480" y="8375904"/>
            <a:ext cx="3063240" cy="219456"/>
          </a:xfrm>
          <a:prstGeom prst="roundRect">
            <a:avLst>
              <a:gd name="adj" fmla="val 20833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92" name="Text 68"/>
          <p:cNvSpPr/>
          <p:nvPr/>
        </p:nvSpPr>
        <p:spPr>
          <a:xfrm>
            <a:off x="411480" y="8375904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[THAT'S X HOURS A MONTH BACK!]</a:t>
            </a:r>
            <a:endParaRPr lang="en-US" sz="750" dirty="0"/>
          </a:p>
        </p:txBody>
      </p:sp>
      <p:sp>
        <p:nvSpPr>
          <p:cNvPr id="93" name="Shape 69"/>
          <p:cNvSpPr/>
          <p:nvPr/>
        </p:nvSpPr>
        <p:spPr>
          <a:xfrm>
            <a:off x="3877056" y="7461504"/>
            <a:ext cx="3456432" cy="1188720"/>
          </a:xfrm>
          <a:prstGeom prst="roundRect">
            <a:avLst>
              <a:gd name="adj" fmla="val 6923"/>
            </a:avLst>
          </a:prstGeom>
          <a:solidFill>
            <a:srgbClr val="EFF5E2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94" name="Shape 70"/>
          <p:cNvSpPr/>
          <p:nvPr/>
        </p:nvSpPr>
        <p:spPr>
          <a:xfrm>
            <a:off x="4014216" y="7324344"/>
            <a:ext cx="141732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95" name="Image 22" descr="icons/bolt_white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3944" y="7397496"/>
            <a:ext cx="201168" cy="201168"/>
          </a:xfrm>
          <a:prstGeom prst="rect">
            <a:avLst/>
          </a:prstGeom>
        </p:spPr>
      </p:pic>
      <p:sp>
        <p:nvSpPr>
          <p:cNvPr id="96" name="Text 71"/>
          <p:cNvSpPr/>
          <p:nvPr/>
        </p:nvSpPr>
        <p:spPr>
          <a:xfrm>
            <a:off x="4361688" y="7324344"/>
            <a:ext cx="10332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TIP!</a:t>
            </a:r>
            <a:endParaRPr lang="en-US" sz="1050" dirty="0"/>
          </a:p>
        </p:txBody>
      </p:sp>
      <p:sp>
        <p:nvSpPr>
          <p:cNvPr id="97" name="Shape 72"/>
          <p:cNvSpPr/>
          <p:nvPr/>
        </p:nvSpPr>
        <p:spPr>
          <a:xfrm>
            <a:off x="4059936" y="7790688"/>
            <a:ext cx="2514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98" name="Text 73"/>
          <p:cNvSpPr/>
          <p:nvPr/>
        </p:nvSpPr>
        <p:spPr>
          <a:xfrm>
            <a:off x="4169664" y="784555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[app], try </a:t>
            </a:r>
            <a:pPr indent="0" marL="0">
              <a:lnSpc>
                <a:spcPts val="1200"/>
              </a:lnSpc>
              <a:buNone/>
            </a:pPr>
            <a:r>
              <a:rPr lang="en-US" sz="900" b="1" dirty="0">
                <a:solidFill>
                  <a:srgbClr val="1C5C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[/command or feature]</a:t>
            </a:r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instantly [do useful thing].</a:t>
            </a:r>
            <a:endParaRPr lang="en-US" sz="900" dirty="0"/>
          </a:p>
        </p:txBody>
      </p:sp>
      <p:sp>
        <p:nvSpPr>
          <p:cNvPr id="99" name="Shape 74"/>
          <p:cNvSpPr/>
          <p:nvPr/>
        </p:nvSpPr>
        <p:spPr>
          <a:xfrm>
            <a:off x="6693408" y="7882128"/>
            <a:ext cx="530352" cy="530352"/>
          </a:xfrm>
          <a:prstGeom prst="ellipse">
            <a:avLst/>
          </a:prstGeom>
          <a:solidFill>
            <a:srgbClr val="FFD23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00" name="Image 23" descr="icons/bulb_yellow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830568" y="8010144"/>
            <a:ext cx="265176" cy="265176"/>
          </a:xfrm>
          <a:prstGeom prst="rect">
            <a:avLst/>
          </a:prstGeom>
        </p:spPr>
      </p:pic>
      <p:sp>
        <p:nvSpPr>
          <p:cNvPr id="101" name="Shape 75"/>
          <p:cNvSpPr/>
          <p:nvPr/>
        </p:nvSpPr>
        <p:spPr>
          <a:xfrm>
            <a:off x="228600" y="8759952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02" name="Shape 76"/>
          <p:cNvSpPr/>
          <p:nvPr/>
        </p:nvSpPr>
        <p:spPr>
          <a:xfrm>
            <a:off x="365760" y="8622792"/>
            <a:ext cx="160020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03" name="Image 24" descr="icons/question_white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75488" y="8695944"/>
            <a:ext cx="201168" cy="201168"/>
          </a:xfrm>
          <a:prstGeom prst="rect">
            <a:avLst/>
          </a:prstGeom>
        </p:spPr>
      </p:pic>
      <p:sp>
        <p:nvSpPr>
          <p:cNvPr id="104" name="Text 77"/>
          <p:cNvSpPr/>
          <p:nvPr/>
        </p:nvSpPr>
        <p:spPr>
          <a:xfrm>
            <a:off x="713232" y="8622792"/>
            <a:ext cx="1216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 VS FACT</a:t>
            </a:r>
            <a:endParaRPr lang="en-US" sz="1050" dirty="0"/>
          </a:p>
        </p:txBody>
      </p:sp>
      <p:sp>
        <p:nvSpPr>
          <p:cNvPr id="105" name="Shape 78"/>
          <p:cNvSpPr/>
          <p:nvPr/>
        </p:nvSpPr>
        <p:spPr>
          <a:xfrm>
            <a:off x="411480" y="9089136"/>
            <a:ext cx="621792" cy="219456"/>
          </a:xfrm>
          <a:prstGeom prst="roundRect">
            <a:avLst>
              <a:gd name="adj" fmla="val 20833"/>
            </a:avLst>
          </a:prstGeom>
          <a:solidFill>
            <a:srgbClr val="FFD23F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06" name="Text 79"/>
          <p:cNvSpPr/>
          <p:nvPr/>
        </p:nvSpPr>
        <p:spPr>
          <a:xfrm>
            <a:off x="411480" y="908913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MYTH</a:t>
            </a:r>
            <a:endParaRPr lang="en-US" sz="750" dirty="0"/>
          </a:p>
        </p:txBody>
      </p:sp>
      <p:sp>
        <p:nvSpPr>
          <p:cNvPr id="107" name="Text 80"/>
          <p:cNvSpPr/>
          <p:nvPr/>
        </p:nvSpPr>
        <p:spPr>
          <a:xfrm>
            <a:off x="411480" y="9345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[Common misconception, stated in one line.]</a:t>
            </a:r>
            <a:endParaRPr lang="en-US" sz="750" dirty="0"/>
          </a:p>
        </p:txBody>
      </p:sp>
      <p:sp>
        <p:nvSpPr>
          <p:cNvPr id="108" name="Text 81"/>
          <p:cNvSpPr/>
          <p:nvPr/>
        </p:nvSpPr>
        <p:spPr>
          <a:xfrm>
            <a:off x="1755648" y="9235440"/>
            <a:ext cx="457200" cy="402336"/>
          </a:xfrm>
          <a:prstGeom prst="star12">
            <a:avLst/>
          </a:prstGeom>
          <a:solidFill>
            <a:srgbClr val="111111"/>
          </a:solidFill>
          <a:ln w="22225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800" dirty="0"/>
          </a:p>
        </p:txBody>
      </p:sp>
      <p:sp>
        <p:nvSpPr>
          <p:cNvPr id="109" name="Shape 82"/>
          <p:cNvSpPr/>
          <p:nvPr/>
        </p:nvSpPr>
        <p:spPr>
          <a:xfrm>
            <a:off x="2286000" y="9089136"/>
            <a:ext cx="621792" cy="219456"/>
          </a:xfrm>
          <a:prstGeom prst="roundRect">
            <a:avLst>
              <a:gd name="adj" fmla="val 20833"/>
            </a:avLst>
          </a:prstGeom>
          <a:solidFill>
            <a:srgbClr val="7AB929"/>
          </a:solidFill>
          <a:ln w="15875">
            <a:solidFill>
              <a:srgbClr val="111111"/>
            </a:solidFill>
            <a:prstDash val="solid"/>
          </a:ln>
        </p:spPr>
      </p:sp>
      <p:sp>
        <p:nvSpPr>
          <p:cNvPr id="110" name="Text 83"/>
          <p:cNvSpPr/>
          <p:nvPr/>
        </p:nvSpPr>
        <p:spPr>
          <a:xfrm>
            <a:off x="2286000" y="9089136"/>
            <a:ext cx="6217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</a:t>
            </a:r>
            <a:endParaRPr lang="en-US" sz="750" dirty="0"/>
          </a:p>
        </p:txBody>
      </p:sp>
      <p:sp>
        <p:nvSpPr>
          <p:cNvPr id="111" name="Text 84"/>
          <p:cNvSpPr/>
          <p:nvPr/>
        </p:nvSpPr>
        <p:spPr>
          <a:xfrm>
            <a:off x="2286000" y="934516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50"/>
              </a:lnSpc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[The reality, in one crisp, quotable sentence.]</a:t>
            </a:r>
            <a:endParaRPr lang="en-US" sz="750" dirty="0"/>
          </a:p>
        </p:txBody>
      </p:sp>
      <p:sp>
        <p:nvSpPr>
          <p:cNvPr id="112" name="Shape 85"/>
          <p:cNvSpPr/>
          <p:nvPr/>
        </p:nvSpPr>
        <p:spPr>
          <a:xfrm>
            <a:off x="3877056" y="8759952"/>
            <a:ext cx="3456432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8575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sp>
        <p:nvSpPr>
          <p:cNvPr id="113" name="Shape 86"/>
          <p:cNvSpPr/>
          <p:nvPr/>
        </p:nvSpPr>
        <p:spPr>
          <a:xfrm>
            <a:off x="4014216" y="8622792"/>
            <a:ext cx="2103120" cy="347472"/>
          </a:xfrm>
          <a:prstGeom prst="roundRect">
            <a:avLst>
              <a:gd name="adj" fmla="val 50000"/>
            </a:avLst>
          </a:prstGeom>
          <a:solidFill>
            <a:srgbClr val="1C5C2E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14" name="Image 25" descr="icons/cal_white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123944" y="8695944"/>
            <a:ext cx="201168" cy="201168"/>
          </a:xfrm>
          <a:prstGeom prst="rect">
            <a:avLst/>
          </a:prstGeom>
        </p:spPr>
      </p:pic>
      <p:sp>
        <p:nvSpPr>
          <p:cNvPr id="115" name="Text 87"/>
          <p:cNvSpPr/>
          <p:nvPr/>
        </p:nvSpPr>
        <p:spPr>
          <a:xfrm>
            <a:off x="4361688" y="8622792"/>
            <a:ext cx="17190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COMING NEXT?</a:t>
            </a:r>
            <a:endParaRPr lang="en-US" sz="1050" dirty="0"/>
          </a:p>
        </p:txBody>
      </p:sp>
      <p:sp>
        <p:nvSpPr>
          <p:cNvPr id="116" name="Text 88"/>
          <p:cNvSpPr/>
          <p:nvPr/>
        </p:nvSpPr>
        <p:spPr>
          <a:xfrm rot="480000">
            <a:off x="6656832" y="9052560"/>
            <a:ext cx="658368" cy="512064"/>
          </a:xfrm>
          <a:prstGeom prst="star12">
            <a:avLst/>
          </a:prstGeom>
          <a:solidFill>
            <a:srgbClr val="FFD23F"/>
          </a:solidFill>
          <a:ln w="22225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US!</a:t>
            </a:r>
            <a:endParaRPr lang="en-US" sz="700" dirty="0"/>
          </a:p>
        </p:txBody>
      </p:sp>
      <p:sp>
        <p:nvSpPr>
          <p:cNvPr id="117" name="Shape 89"/>
          <p:cNvSpPr/>
          <p:nvPr/>
        </p:nvSpPr>
        <p:spPr>
          <a:xfrm>
            <a:off x="4059936" y="9107424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1C5C2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18" name="Text 90"/>
          <p:cNvSpPr/>
          <p:nvPr/>
        </p:nvSpPr>
        <p:spPr>
          <a:xfrm>
            <a:off x="4059936" y="91074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[DD MON]</a:t>
            </a:r>
            <a:endParaRPr lang="en-US" sz="700" dirty="0"/>
          </a:p>
        </p:txBody>
      </p:sp>
      <p:sp>
        <p:nvSpPr>
          <p:cNvPr id="119" name="Text 91"/>
          <p:cNvSpPr/>
          <p:nvPr/>
        </p:nvSpPr>
        <p:spPr>
          <a:xfrm>
            <a:off x="4791456" y="91074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[Event, webinar or session name]</a:t>
            </a:r>
            <a:endParaRPr lang="en-US" sz="750" dirty="0"/>
          </a:p>
        </p:txBody>
      </p:sp>
      <p:sp>
        <p:nvSpPr>
          <p:cNvPr id="120" name="Shape 92"/>
          <p:cNvSpPr/>
          <p:nvPr/>
        </p:nvSpPr>
        <p:spPr>
          <a:xfrm>
            <a:off x="4059936" y="9354312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1C5C2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1" name="Text 93"/>
          <p:cNvSpPr/>
          <p:nvPr/>
        </p:nvSpPr>
        <p:spPr>
          <a:xfrm>
            <a:off x="4059936" y="935431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[DD MON]</a:t>
            </a:r>
            <a:endParaRPr lang="en-US" sz="700" dirty="0"/>
          </a:p>
        </p:txBody>
      </p:sp>
      <p:sp>
        <p:nvSpPr>
          <p:cNvPr id="122" name="Text 94"/>
          <p:cNvSpPr/>
          <p:nvPr/>
        </p:nvSpPr>
        <p:spPr>
          <a:xfrm>
            <a:off x="4791456" y="935431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[Event, webinar or session name]</a:t>
            </a:r>
            <a:endParaRPr lang="en-US" sz="750" dirty="0"/>
          </a:p>
        </p:txBody>
      </p:sp>
      <p:sp>
        <p:nvSpPr>
          <p:cNvPr id="123" name="Shape 95"/>
          <p:cNvSpPr/>
          <p:nvPr/>
        </p:nvSpPr>
        <p:spPr>
          <a:xfrm>
            <a:off x="4059936" y="9601200"/>
            <a:ext cx="658368" cy="201168"/>
          </a:xfrm>
          <a:prstGeom prst="roundRect">
            <a:avLst>
              <a:gd name="adj" fmla="val 18182"/>
            </a:avLst>
          </a:prstGeom>
          <a:solidFill>
            <a:srgbClr val="1C5C2E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24" name="Text 96"/>
          <p:cNvSpPr/>
          <p:nvPr/>
        </p:nvSpPr>
        <p:spPr>
          <a:xfrm>
            <a:off x="4059936" y="96012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[DD MON]</a:t>
            </a:r>
            <a:endParaRPr lang="en-US" sz="700" dirty="0"/>
          </a:p>
        </p:txBody>
      </p:sp>
      <p:sp>
        <p:nvSpPr>
          <p:cNvPr id="125" name="Text 97"/>
          <p:cNvSpPr/>
          <p:nvPr/>
        </p:nvSpPr>
        <p:spPr>
          <a:xfrm>
            <a:off x="4791456" y="96012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[Event, webinar or session name]</a:t>
            </a:r>
            <a:endParaRPr lang="en-US" sz="750" dirty="0"/>
          </a:p>
        </p:txBody>
      </p:sp>
      <p:sp>
        <p:nvSpPr>
          <p:cNvPr id="126" name="Shape 98"/>
          <p:cNvSpPr/>
          <p:nvPr/>
        </p:nvSpPr>
        <p:spPr>
          <a:xfrm>
            <a:off x="228600" y="9966960"/>
            <a:ext cx="7104888" cy="548640"/>
          </a:xfrm>
          <a:prstGeom prst="roundRect">
            <a:avLst>
              <a:gd name="adj" fmla="val 15000"/>
            </a:avLst>
          </a:prstGeom>
          <a:solidFill>
            <a:srgbClr val="1C5C2E"/>
          </a:solidFill>
          <a:ln w="25400">
            <a:solidFill>
              <a:srgbClr val="111111"/>
            </a:solidFill>
            <a:prstDash val="solid"/>
          </a:ln>
        </p:spPr>
      </p:sp>
      <p:sp>
        <p:nvSpPr>
          <p:cNvPr id="127" name="Shape 99"/>
          <p:cNvSpPr/>
          <p:nvPr/>
        </p:nvSpPr>
        <p:spPr>
          <a:xfrm>
            <a:off x="365760" y="10040112"/>
            <a:ext cx="402336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11111"/>
            </a:solidFill>
            <a:prstDash val="solid"/>
          </a:ln>
        </p:spPr>
      </p:sp>
      <p:pic>
        <p:nvPicPr>
          <p:cNvPr id="128" name="Image 26" descr="icons/qr_black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429768" y="10104120"/>
            <a:ext cx="274320" cy="274320"/>
          </a:xfrm>
          <a:prstGeom prst="rect">
            <a:avLst/>
          </a:prstGeom>
        </p:spPr>
      </p:pic>
      <p:sp>
        <p:nvSpPr>
          <p:cNvPr id="129" name="Text 100"/>
          <p:cNvSpPr/>
          <p:nvPr/>
        </p:nvSpPr>
        <p:spPr>
          <a:xfrm>
            <a:off x="859536" y="100218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TO EXPLORE
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 •  AI guidelines  •  Announcements</a:t>
            </a:r>
            <a:endParaRPr lang="en-US" sz="750" dirty="0"/>
          </a:p>
        </p:txBody>
      </p:sp>
      <p:sp>
        <p:nvSpPr>
          <p:cNvPr id="130" name="Text 101"/>
          <p:cNvSpPr/>
          <p:nvPr/>
        </p:nvSpPr>
        <p:spPr>
          <a:xfrm>
            <a:off x="2834640" y="10021824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AN AI WIN OR IDEA TO SHARE?
</a:t>
            </a:r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us at ai@yourcompany.com</a:t>
            </a:r>
            <a:endParaRPr lang="en-US" sz="850" dirty="0"/>
          </a:p>
        </p:txBody>
      </p:sp>
      <p:sp>
        <p:nvSpPr>
          <p:cNvPr id="131" name="Shape 102"/>
          <p:cNvSpPr/>
          <p:nvPr/>
        </p:nvSpPr>
        <p:spPr>
          <a:xfrm>
            <a:off x="5669280" y="10113264"/>
            <a:ext cx="1536192" cy="292608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2" name="Text 103"/>
          <p:cNvSpPr/>
          <p:nvPr/>
        </p:nvSpPr>
        <p:spPr>
          <a:xfrm>
            <a:off x="5669280" y="10113264"/>
            <a:ext cx="1536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we work smarter!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2026-07-10T13:42:02Z</dcterms:created>
  <dcterms:modified xsi:type="dcterms:W3CDTF">2026-07-10T13:42:02Z</dcterms:modified>
</cp:coreProperties>
</file>